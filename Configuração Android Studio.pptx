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0"/>
  </p:notesMasterIdLst>
  <p:sldIdLst>
    <p:sldId id="275" r:id="rId5"/>
    <p:sldId id="256" r:id="rId6"/>
    <p:sldId id="261" r:id="rId7"/>
    <p:sldId id="257" r:id="rId8"/>
    <p:sldId id="262" r:id="rId9"/>
    <p:sldId id="258" r:id="rId10"/>
    <p:sldId id="260" r:id="rId11"/>
    <p:sldId id="259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334216-6495-B570-1C7D-ED39C0BB8EFE}" v="2" dt="2026-04-29T23:05:16.853"/>
    <p1510:client id="{E1B3EF8D-9B4F-B73F-33AD-40FAC6480121}" v="1" dt="2026-04-29T22:48:53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LANDER ADALBERTO DA SILVA COSTA" userId="S::vilander.ascosta@senacsp.edu.br::92df754e-171d-4960-9c50-90ffe29722e1" providerId="AD" clId="Web-{A0334216-6495-B570-1C7D-ED39C0BB8EFE}"/>
    <pc:docChg chg="modSld">
      <pc:chgData name="VILANDER ADALBERTO DA SILVA COSTA" userId="S::vilander.ascosta@senacsp.edu.br::92df754e-171d-4960-9c50-90ffe29722e1" providerId="AD" clId="Web-{A0334216-6495-B570-1C7D-ED39C0BB8EFE}" dt="2026-04-29T23:05:16.853" v="1" actId="1076"/>
      <pc:docMkLst>
        <pc:docMk/>
      </pc:docMkLst>
      <pc:sldChg chg="modSp">
        <pc:chgData name="VILANDER ADALBERTO DA SILVA COSTA" userId="S::vilander.ascosta@senacsp.edu.br::92df754e-171d-4960-9c50-90ffe29722e1" providerId="AD" clId="Web-{A0334216-6495-B570-1C7D-ED39C0BB8EFE}" dt="2026-04-29T23:05:16.853" v="1" actId="1076"/>
        <pc:sldMkLst>
          <pc:docMk/>
          <pc:sldMk cId="3468632934" sldId="268"/>
        </pc:sldMkLst>
        <pc:picChg chg="mod">
          <ac:chgData name="VILANDER ADALBERTO DA SILVA COSTA" userId="S::vilander.ascosta@senacsp.edu.br::92df754e-171d-4960-9c50-90ffe29722e1" providerId="AD" clId="Web-{A0334216-6495-B570-1C7D-ED39C0BB8EFE}" dt="2026-04-29T23:05:16.853" v="1" actId="1076"/>
          <ac:picMkLst>
            <pc:docMk/>
            <pc:sldMk cId="3468632934" sldId="268"/>
            <ac:picMk id="1026" creationId="{7292B5C5-6F36-C0EF-2B6E-AD04639A3E7B}"/>
          </ac:picMkLst>
        </pc:picChg>
      </pc:sldChg>
    </pc:docChg>
  </pc:docChgLst>
  <pc:docChgLst>
    <pc:chgData name="LUIZ FERNANDO FRANCA DE SOUZA" userId="S::luiz.ffsouza5@senacsp.edu.br::862d8bd9-ebc3-493c-b79a-add1a304adae" providerId="AD" clId="Web-{E1B3EF8D-9B4F-B73F-33AD-40FAC6480121}"/>
    <pc:docChg chg="modSld">
      <pc:chgData name="LUIZ FERNANDO FRANCA DE SOUZA" userId="S::luiz.ffsouza5@senacsp.edu.br::862d8bd9-ebc3-493c-b79a-add1a304adae" providerId="AD" clId="Web-{E1B3EF8D-9B4F-B73F-33AD-40FAC6480121}" dt="2026-04-29T22:48:53.448" v="0" actId="1076"/>
      <pc:docMkLst>
        <pc:docMk/>
      </pc:docMkLst>
      <pc:sldChg chg="modSp">
        <pc:chgData name="LUIZ FERNANDO FRANCA DE SOUZA" userId="S::luiz.ffsouza5@senacsp.edu.br::862d8bd9-ebc3-493c-b79a-add1a304adae" providerId="AD" clId="Web-{E1B3EF8D-9B4F-B73F-33AD-40FAC6480121}" dt="2026-04-29T22:48:53.448" v="0" actId="1076"/>
        <pc:sldMkLst>
          <pc:docMk/>
          <pc:sldMk cId="383611213" sldId="273"/>
        </pc:sldMkLst>
        <pc:picChg chg="mod">
          <ac:chgData name="LUIZ FERNANDO FRANCA DE SOUZA" userId="S::luiz.ffsouza5@senacsp.edu.br::862d8bd9-ebc3-493c-b79a-add1a304adae" providerId="AD" clId="Web-{E1B3EF8D-9B4F-B73F-33AD-40FAC6480121}" dt="2026-04-29T22:48:53.448" v="0" actId="1076"/>
          <ac:picMkLst>
            <pc:docMk/>
            <pc:sldMk cId="383611213" sldId="273"/>
            <ac:picMk id="6" creationId="{F2E44D1F-6760-C4B7-5033-3960D68ED9A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26538-0C4F-4760-A308-61C92A03912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04B405-CA42-4408-8FB3-3C8BAC0E08E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069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https://docs.expo.dev/get-started/set-up-your-environment/?platform=android&amp;device=simulated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04B405-CA42-4408-8FB3-3C8BAC0E08EE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981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ANDROID_HOME</a:t>
            </a:r>
          </a:p>
          <a:p>
            <a:r>
              <a:rPr lang="pt-BR"/>
              <a:t>C:\Users\guto.rsxavier\AppData\Local\Android\Sdk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04B405-CA42-4408-8FB3-3C8BAC0E08EE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519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C:\Users\guto.rsxavier\AppData\Local\Android\Sdk\platform-tools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04B405-CA42-4408-8FB3-3C8BAC0E08EE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100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DEA39-7ACE-A6DC-4499-5A4D01097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5B3B13-6715-3F61-E0E4-016C27C5E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025CB9-433E-181E-D9B7-45CE7464A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4352-FC6F-4D87-A19A-8323742C0CC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0C3A28-FB67-9091-E8EB-ACB1914D1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DA2610-07D7-8F3E-CE73-927E62BB2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8E36D-780F-4789-9080-5A2D97B223D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9795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9C19F-D94C-17A2-552F-E3B91C2B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9BDCEE-4207-D424-6FD1-AB0052851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856DF7-05EB-5BC4-17B7-DB4AA44F3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4352-FC6F-4D87-A19A-8323742C0CC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C696A9-2E49-FE05-116C-A8BB02AF1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885CFA-6FE8-9191-2249-C8E3066E1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8E36D-780F-4789-9080-5A2D97B223D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89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477F4F-5562-3834-C945-ABA434A3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6B7A20-9364-0FF1-182C-2769FD649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FFFE20-7DA7-545A-5127-3A3E94772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4352-FC6F-4D87-A19A-8323742C0CC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F0A656-135E-0495-22D6-C1B9E3478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81ABB4-AC3F-5DFE-8704-7BD8D979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8E36D-780F-4789-9080-5A2D97B223D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9036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9F9CD-684B-F424-29AB-72D24CF31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50256A-132A-0AEC-480D-0D46C9514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C24CC4C-9DE2-6337-22E6-C58C712DE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411C72-7B9F-850F-CAC3-10E2CE35D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4352-FC6F-4D87-A19A-8323742C0CC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E2B50F-349A-049D-F7C5-A8CA19EB4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D97178-75C8-0C7B-4D7F-0F543E5E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8E36D-780F-4789-9080-5A2D97B223D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4527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6B78F-8F7A-1416-2E42-38F538BA1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2F5438-DE30-A703-6792-C7BE4AA20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69C604-2D0B-95B1-1AFD-477B66888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AC1F6A6-7583-6B46-7CE0-1C6C43BF3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B26C6D-A63E-98F6-3C5E-9902A1A389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31DA5A4-0F32-3CD8-A367-F579279D9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4352-FC6F-4D87-A19A-8323742C0CC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D3E1763-EC29-9726-6320-4AD3594F7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36EF33C-E007-DF29-9AFE-35623062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8E36D-780F-4789-9080-5A2D97B223D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0586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A59DC-BD28-8B6A-B23F-F208A5EC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517EA7-431D-BC72-E412-97C3385E7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4352-FC6F-4D87-A19A-8323742C0CC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07659C-14F3-E06B-C5BE-DE7429F1D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B5AADA-0CCB-A96E-57BB-7711DFFA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8E36D-780F-4789-9080-5A2D97B223D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111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5D4EFAF-ABB7-4536-16D9-56CEE6C89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4352-FC6F-4D87-A19A-8323742C0CC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C318B5-3240-F4DB-1781-7F3FE3ED8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F4F24F-64A0-5F28-4E8F-0BE4D15B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8E36D-780F-4789-9080-5A2D97B223D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283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BD8E4-E058-7285-C8AE-B73FA3C75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BD0579-2688-AB53-03F7-9E843FB47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56BF53-3C8A-16D4-F939-D5F7C397B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D91231-4426-65EE-0931-CDEBD99CC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4352-FC6F-4D87-A19A-8323742C0CC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9B6087-B8A0-BE7C-8358-9404533F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22594-F416-CF4C-F840-323064C4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8E36D-780F-4789-9080-5A2D97B223D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374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4B3A1-2AD3-69A8-6639-D3589BB18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59F0F1F-ABFB-2B84-6A56-67C64D9CB5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82CF42-B4FC-4C81-82D1-F318540D3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4AFF37-5AB9-FB78-57C1-FE0336942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4352-FC6F-4D87-A19A-8323742C0CC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D541A5-F575-4141-D752-87311F3F3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A936D3-C60C-102E-D1FD-2D6E5567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8E36D-780F-4789-9080-5A2D97B223D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609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8AAC4-91FC-794C-2A25-7D4CB33D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4C5394-8DD9-EF8C-9492-1E29336AD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EAA6D3-0EA7-7051-02B9-39C5E2284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4352-FC6F-4D87-A19A-8323742C0CC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9EF34B-1A2E-E0BA-64F4-A29055187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BD29A4-70F9-FE79-313A-C732ADA43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8E36D-780F-4789-9080-5A2D97B223D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554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D2C152-1E6C-1509-596C-2CEC7CE6BA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78D160-3007-6788-559D-2ACDF00CD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477CC7-07B1-F04E-27A2-A681D2BB0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4352-FC6F-4D87-A19A-8323742C0CC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8389AD-73A1-A939-C345-B457D3671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801D10-FDA7-E7A7-3F2B-73B96ECD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8E36D-780F-4789-9080-5A2D97B223D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47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CC8A49F-93C1-AA4A-4037-19116F19C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C95909-4EA5-66AE-6425-A9758D5E4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15D4CE-741C-FDF6-9430-2C422DDD9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E4352-FC6F-4D87-A19A-8323742C0CC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D08AC9-8BD6-4019-1650-2FD2F18EF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1E1265-DAA9-61D9-083F-B5D17A610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08E36D-780F-4789-9080-5A2D97B223D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108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studio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expo.dev/get-started/start-developing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6F74A-CC35-AD93-4977-CF2BADB93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305C59C-DC41-F564-E093-ACDC10CB20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3DE96F6-0B12-690B-FA2B-09601C6650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/>
              <a:t>Configure seu ambiente</a:t>
            </a:r>
          </a:p>
        </p:txBody>
      </p:sp>
    </p:spTree>
    <p:extLst>
      <p:ext uri="{BB962C8B-B14F-4D97-AF65-F5344CB8AC3E}">
        <p14:creationId xmlns:p14="http://schemas.microsoft.com/office/powerpoint/2010/main" val="1408826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EC75A-9590-09EF-561E-22405F2FD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Configuração Android Studio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E93B79C-30F7-8704-AC80-833173CE5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706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F6B68-035D-94A5-0811-38A250843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6D07C6-818B-C128-1A75-B9795288E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/>
              <a:t>1 Baixe o </a:t>
            </a:r>
            <a:r>
              <a:rPr lang="pt-BR">
                <a:hlinkClick r:id="rId2"/>
              </a:rPr>
              <a:t>Android Studio</a:t>
            </a:r>
            <a:r>
              <a:rPr lang="pt-BR"/>
              <a:t> .</a:t>
            </a:r>
          </a:p>
          <a:p>
            <a:pPr marL="0" indent="0">
              <a:buNone/>
            </a:pPr>
            <a:r>
              <a:rPr lang="pt-BR"/>
              <a:t>2 Abra </a:t>
            </a:r>
            <a:r>
              <a:rPr lang="pt-BR" b="1"/>
              <a:t>a Configuração do Android Studio</a:t>
            </a:r>
            <a:r>
              <a:rPr lang="pt-BR"/>
              <a:t> . Em </a:t>
            </a:r>
            <a:r>
              <a:rPr lang="pt-BR" b="1"/>
              <a:t>Selecionar componentes para instalar</a:t>
            </a:r>
            <a:r>
              <a:rPr lang="pt-BR"/>
              <a:t> , selecione Android Studio e Dispositivo Virtual Android. Em seguida, clique em </a:t>
            </a:r>
            <a:r>
              <a:rPr lang="pt-BR" b="1"/>
              <a:t>Avançar</a:t>
            </a:r>
            <a:r>
              <a:rPr lang="pt-BR"/>
              <a:t> .</a:t>
            </a:r>
          </a:p>
          <a:p>
            <a:pPr marL="0" indent="0">
              <a:buNone/>
            </a:pPr>
            <a:r>
              <a:rPr lang="pt-BR"/>
              <a:t>3 No assistente de configuração do Android Studio, em </a:t>
            </a:r>
            <a:r>
              <a:rPr lang="pt-BR" b="1"/>
              <a:t>Tipo de instalação</a:t>
            </a:r>
            <a:r>
              <a:rPr lang="pt-BR"/>
              <a:t> , selecione </a:t>
            </a:r>
            <a:r>
              <a:rPr lang="pt-BR" b="1"/>
              <a:t>Padrão</a:t>
            </a:r>
            <a:r>
              <a:rPr lang="pt-BR"/>
              <a:t> e clique em </a:t>
            </a:r>
            <a:r>
              <a:rPr lang="pt-BR" b="1"/>
              <a:t>Avançar</a:t>
            </a:r>
            <a:r>
              <a:rPr lang="pt-BR"/>
              <a:t> .</a:t>
            </a:r>
          </a:p>
          <a:p>
            <a:pPr marL="0" indent="0">
              <a:buNone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4322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D2381-284C-45A4-1B85-659B39544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CD5F66-95C2-E31B-8B3B-BDA0632D2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D23D167-CBFB-D28D-B912-F78AB1DAC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180975"/>
            <a:ext cx="859155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353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96975-4A4B-7C78-CEFE-4D213F560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DDB2DB-A1AC-3744-1D01-844E56070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4</a:t>
            </a:r>
          </a:p>
          <a:p>
            <a:r>
              <a:rPr lang="pt-BR"/>
              <a:t>O assistente de configuração do Android Studio solicitará que você verifique as configurações, como a versão do SDK do Android, ferramentas da plataforma e assim por diante. Clique em </a:t>
            </a:r>
            <a:r>
              <a:rPr lang="pt-BR" b="1"/>
              <a:t>Avançar</a:t>
            </a:r>
            <a:r>
              <a:rPr lang="pt-BR"/>
              <a:t> após verificar.</a:t>
            </a:r>
          </a:p>
          <a:p>
            <a:r>
              <a:rPr lang="pt-BR"/>
              <a:t>5</a:t>
            </a:r>
          </a:p>
          <a:p>
            <a:r>
              <a:rPr lang="pt-BR"/>
              <a:t>Na próxima janela, aceite as licenças para todos os componentes disponíveis.</a:t>
            </a: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53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EA6A4C-41C1-1FA5-7955-F2D426FAF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3E31ED-731B-D97B-64A0-BB620D885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618C245-68BE-C3E7-151B-E29202C63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180975"/>
            <a:ext cx="859155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946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58102-1AE4-B3E6-259B-5FF54D0E1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085A2B-FC98-645D-9314-DCC09AEB7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5ED1AB6-8D46-5043-1BEC-A971E5FCF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180975"/>
            <a:ext cx="859155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946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0A80E-F822-E9AC-D1AC-59C09D973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8BA532-BE45-92C1-3D92-402160A5A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CBCCD5-A32E-A975-83DB-39D7AB499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180975"/>
            <a:ext cx="859155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34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7FB8B-BFE1-1D9A-BEB8-EB70E023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4C0CFC-D804-2802-64A3-B278ADC35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6 </a:t>
            </a:r>
          </a:p>
          <a:p>
            <a:r>
              <a:rPr lang="pt-BR"/>
              <a:t>Por padrão, o Android Studio instalará a versão mais recente do SDK do Android. No entanto, </a:t>
            </a:r>
            <a:r>
              <a:rPr lang="pt-BR" err="1"/>
              <a:t>VanillaIceCreamo</a:t>
            </a:r>
            <a:r>
              <a:rPr lang="pt-BR"/>
              <a:t> SDK do Android 15 ( ) é necessário para compilar um aplicativo </a:t>
            </a:r>
            <a:r>
              <a:rPr lang="pt-BR" err="1"/>
              <a:t>React</a:t>
            </a:r>
            <a:r>
              <a:rPr lang="pt-BR"/>
              <a:t> </a:t>
            </a:r>
            <a:r>
              <a:rPr lang="pt-BR" err="1"/>
              <a:t>Native</a:t>
            </a:r>
            <a:r>
              <a:rPr lang="pt-BR"/>
              <a:t>.</a:t>
            </a:r>
          </a:p>
          <a:p>
            <a:r>
              <a:rPr lang="pt-BR"/>
              <a:t>Abra o Android Studio, vá para </a:t>
            </a:r>
            <a:r>
              <a:rPr lang="pt-BR" b="1"/>
              <a:t>Configurações</a:t>
            </a:r>
            <a:r>
              <a:rPr lang="pt-BR"/>
              <a:t> &gt; </a:t>
            </a:r>
            <a:r>
              <a:rPr lang="pt-BR" b="1"/>
              <a:t>Linguagens e Frameworks</a:t>
            </a:r>
            <a:r>
              <a:rPr lang="pt-BR"/>
              <a:t> &gt; </a:t>
            </a:r>
            <a:r>
              <a:rPr lang="pt-BR" b="1"/>
              <a:t>SDK do Android</a:t>
            </a:r>
            <a:r>
              <a:rPr lang="pt-BR"/>
              <a:t> . Na guia </a:t>
            </a:r>
            <a:r>
              <a:rPr lang="pt-BR" b="1"/>
              <a:t>Plataformas do SDK</a:t>
            </a:r>
            <a:r>
              <a:rPr lang="pt-BR"/>
              <a:t> e em </a:t>
            </a:r>
            <a:r>
              <a:rPr lang="pt-BR" b="1"/>
              <a:t>Android 15 ( </a:t>
            </a:r>
            <a:r>
              <a:rPr lang="pt-BR" err="1"/>
              <a:t>VanillaIceCream</a:t>
            </a:r>
            <a:r>
              <a:rPr lang="pt-BR" b="1"/>
              <a:t>)</a:t>
            </a:r>
            <a:r>
              <a:rPr lang="pt-BR"/>
              <a:t> , selecione </a:t>
            </a:r>
            <a:r>
              <a:rPr lang="pt-BR" b="1"/>
              <a:t>Plataforma do SDK do Android 35</a:t>
            </a:r>
            <a:r>
              <a:rPr lang="pt-BR"/>
              <a:t> e </a:t>
            </a:r>
            <a:r>
              <a:rPr lang="pt-BR" b="1"/>
              <a:t>Fontes para Android 35</a:t>
            </a:r>
            <a:r>
              <a:rPr lang="pt-BR"/>
              <a:t> .</a:t>
            </a:r>
          </a:p>
          <a:p>
            <a:br>
              <a:rPr lang="pt-BR"/>
            </a:b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877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1ED69-3179-3308-4BBC-1B2E294B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066174-7A23-744E-3F68-383469FC1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9581273-BC34-01DB-1EDE-40275EF6C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366712"/>
            <a:ext cx="7486650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231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5D5A7-C374-CF82-ADC7-B87C7C9B0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F69F3C-C0EE-66CB-36A5-8D43F2498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BD309CA-87C8-C163-03CC-26C08F60D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47" y="328180"/>
            <a:ext cx="7563906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47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6E73DC25-CBD1-C49A-A957-ADC80C4E8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339" y="0"/>
            <a:ext cx="9181322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9F08F63-1C87-9CC0-9B97-0C2D821E56AC}"/>
              </a:ext>
            </a:extLst>
          </p:cNvPr>
          <p:cNvSpPr/>
          <p:nvPr/>
        </p:nvSpPr>
        <p:spPr>
          <a:xfrm>
            <a:off x="6993753" y="5824728"/>
            <a:ext cx="3692908" cy="352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0BC8034-B812-06C7-87EC-9A63198610BC}"/>
              </a:ext>
            </a:extLst>
          </p:cNvPr>
          <p:cNvSpPr/>
          <p:nvPr/>
        </p:nvSpPr>
        <p:spPr>
          <a:xfrm>
            <a:off x="4595321" y="2990545"/>
            <a:ext cx="3450336" cy="352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BDA5AFE-23C2-29DA-F52D-F6A1C185368C}"/>
              </a:ext>
            </a:extLst>
          </p:cNvPr>
          <p:cNvSpPr/>
          <p:nvPr/>
        </p:nvSpPr>
        <p:spPr>
          <a:xfrm>
            <a:off x="4595321" y="4089757"/>
            <a:ext cx="3450336" cy="352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3540994-85A0-3EC5-FD04-91A449921D05}"/>
              </a:ext>
            </a:extLst>
          </p:cNvPr>
          <p:cNvSpPr/>
          <p:nvPr/>
        </p:nvSpPr>
        <p:spPr>
          <a:xfrm>
            <a:off x="4595321" y="4549398"/>
            <a:ext cx="3450336" cy="352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399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6EF0A-8599-9AD8-BCA3-27EE5733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11D587-3B9A-00A9-74FD-8208BABC1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Em seguida, clique na guia </a:t>
            </a:r>
            <a:r>
              <a:rPr lang="pt-BR" b="1"/>
              <a:t>Ferramentas do SDK</a:t>
            </a:r>
            <a:r>
              <a:rPr lang="pt-BR"/>
              <a:t> e certifique-se de ter pelo menos uma versão das </a:t>
            </a:r>
            <a:r>
              <a:rPr lang="pt-BR" b="1"/>
              <a:t>Ferramentas de Compilação do SDK do Android</a:t>
            </a:r>
            <a:r>
              <a:rPr lang="pt-BR"/>
              <a:t> e </a:t>
            </a:r>
            <a:r>
              <a:rPr lang="pt-BR" b="1"/>
              <a:t>do Emulador do Android</a:t>
            </a:r>
            <a:r>
              <a:rPr lang="pt-BR"/>
              <a:t> instaladas.</a:t>
            </a:r>
          </a:p>
          <a:p>
            <a:br>
              <a:rPr lang="pt-BR"/>
            </a:b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660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D6AEB-E39C-FFA2-87DC-1733856B9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FDF514-7CA2-0A61-7AB2-711A5807F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92B5C5-6F36-C0EF-2B6E-AD04639A3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91" y="0"/>
            <a:ext cx="1041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632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A84D94-0020-7CFA-2D05-32E6C3DFB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92A35F-7449-28BC-E5DA-9FFCAC0EF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Após a instalação das ferramentas, configure a </a:t>
            </a:r>
            <a:r>
              <a:rPr lang="pt-BR" err="1"/>
              <a:t>ANDROID_HOMEvariável</a:t>
            </a:r>
            <a:r>
              <a:rPr lang="pt-BR"/>
              <a:t> de ambiente. Acesse </a:t>
            </a:r>
            <a:r>
              <a:rPr lang="pt-BR" b="1"/>
              <a:t>Painel de Controle do Windows</a:t>
            </a:r>
            <a:r>
              <a:rPr lang="pt-BR"/>
              <a:t> &gt; </a:t>
            </a:r>
            <a:r>
              <a:rPr lang="pt-BR" b="1"/>
              <a:t>Contas de Usuário</a:t>
            </a:r>
            <a:r>
              <a:rPr lang="pt-BR"/>
              <a:t> &gt; </a:t>
            </a:r>
            <a:r>
              <a:rPr lang="pt-BR" b="1"/>
              <a:t>Contas de Usuário</a:t>
            </a:r>
            <a:r>
              <a:rPr lang="pt-BR"/>
              <a:t> (novamente) &gt; </a:t>
            </a:r>
            <a:r>
              <a:rPr lang="pt-BR" b="1"/>
              <a:t>Alterar minhas variáveis ​​de ambiente</a:t>
            </a:r>
            <a:r>
              <a:rPr lang="pt-BR"/>
              <a:t> e clique em </a:t>
            </a:r>
            <a:r>
              <a:rPr lang="pt-BR" b="1"/>
              <a:t>Novo</a:t>
            </a:r>
            <a:r>
              <a:rPr lang="pt-BR"/>
              <a:t> para criar uma nova ANDROID_HOME variável de usuário. O valor dessa variável apontará para o caminho do seu SDK do Android.</a:t>
            </a:r>
          </a:p>
        </p:txBody>
      </p:sp>
    </p:spTree>
    <p:extLst>
      <p:ext uri="{BB962C8B-B14F-4D97-AF65-F5344CB8AC3E}">
        <p14:creationId xmlns:p14="http://schemas.microsoft.com/office/powerpoint/2010/main" val="3787414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6B454-96AF-35F3-4039-D2F0CAAE9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457332-90CD-8CB1-5E8D-AF33E493D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904D06-4808-2DFA-028D-3CAD6E96A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447" y="3331924"/>
            <a:ext cx="8054791" cy="203528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719CEFA-D3D8-DA1B-8DB1-8DB5EAB1D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83" y="563872"/>
            <a:ext cx="4105848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24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24ACE-B5D0-F138-F87F-F383D3F9A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B3DC7-894A-6313-92B9-DEC9B77A3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Para verificar se a nova variável de ambiente foi carregada, abra </a:t>
            </a:r>
            <a:r>
              <a:rPr lang="pt-BR" b="1"/>
              <a:t>o CMD</a:t>
            </a:r>
            <a:r>
              <a:rPr lang="pt-BR"/>
              <a:t> e copie e cole o seguinte comando: set</a:t>
            </a:r>
          </a:p>
          <a:p>
            <a:r>
              <a:rPr lang="pt-BR"/>
              <a:t>O comando exibirá todas as variáveis ​​de ambiente do usuário. Nessa lista, verifique se a variável `</a:t>
            </a:r>
            <a:r>
              <a:rPr lang="pt-BR" err="1"/>
              <a:t>user</a:t>
            </a:r>
            <a:r>
              <a:rPr lang="pt-BR"/>
              <a:t>` ANDROID_HOME foi adicionada.</a:t>
            </a:r>
          </a:p>
          <a:p>
            <a:br>
              <a:rPr lang="pt-BR"/>
            </a:br>
            <a:br>
              <a:rPr lang="pt-BR"/>
            </a:b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7190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3AF9E-BE43-D176-8881-81F390DA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103033-9846-6F45-5158-C3EFC98EA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Para adicionar </a:t>
            </a:r>
            <a:r>
              <a:rPr lang="pt-BR" err="1"/>
              <a:t>platform</a:t>
            </a:r>
            <a:r>
              <a:rPr lang="pt-BR"/>
              <a:t>-tools ao Path, acesse </a:t>
            </a:r>
            <a:r>
              <a:rPr lang="pt-BR" b="1"/>
              <a:t>Painel de Controle do Windows</a:t>
            </a:r>
            <a:r>
              <a:rPr lang="pt-BR"/>
              <a:t> &gt; </a:t>
            </a:r>
            <a:r>
              <a:rPr lang="pt-BR" b="1"/>
              <a:t>Contas de Usuário</a:t>
            </a:r>
            <a:r>
              <a:rPr lang="pt-BR"/>
              <a:t> &gt; </a:t>
            </a:r>
            <a:r>
              <a:rPr lang="pt-BR" b="1"/>
              <a:t>Contas de Usuário</a:t>
            </a:r>
            <a:r>
              <a:rPr lang="pt-BR"/>
              <a:t> (novamente) &gt; </a:t>
            </a:r>
            <a:r>
              <a:rPr lang="pt-BR" b="1"/>
              <a:t>Alterar minhas variáveis ​​de ambiente</a:t>
            </a:r>
            <a:r>
              <a:rPr lang="pt-BR"/>
              <a:t> &gt; </a:t>
            </a:r>
            <a:r>
              <a:rPr lang="pt-BR" b="1"/>
              <a:t>Path</a:t>
            </a:r>
            <a:r>
              <a:rPr lang="pt-BR"/>
              <a:t> &gt; </a:t>
            </a:r>
            <a:r>
              <a:rPr lang="pt-BR" b="1"/>
              <a:t>Editar</a:t>
            </a:r>
            <a:r>
              <a:rPr lang="pt-BR"/>
              <a:t> &gt; </a:t>
            </a:r>
            <a:r>
              <a:rPr lang="pt-BR" b="1"/>
              <a:t>Novo</a:t>
            </a:r>
            <a:r>
              <a:rPr lang="pt-BR"/>
              <a:t> e adicione o caminho para </a:t>
            </a:r>
            <a:r>
              <a:rPr lang="pt-BR" err="1"/>
              <a:t>platform</a:t>
            </a:r>
            <a:r>
              <a:rPr lang="pt-BR"/>
              <a:t>-tools à lista, conforme mostrado abaixo:</a:t>
            </a:r>
          </a:p>
          <a:p>
            <a:br>
              <a:rPr lang="pt-BR"/>
            </a:b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514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84E5F-50B0-45F4-8C29-796B2A3C7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50E905-5DC6-F149-49A6-DF76AF945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2E44D1F-6760-C4B7-5033-3960D68ED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37" y="2604404"/>
            <a:ext cx="10936725" cy="97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11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DB993-1ECC-A186-F30F-472AEDBB1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50B53D-F32B-06FB-CD3A-1A3567A1B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/>
              <a:t>Por fim, certifique-se de que consegue executar o comando </a:t>
            </a:r>
            <a:r>
              <a:rPr lang="pt-BR" err="1"/>
              <a:t>adba</a:t>
            </a:r>
            <a:r>
              <a:rPr lang="pt-BR"/>
              <a:t> partir do </a:t>
            </a:r>
            <a:r>
              <a:rPr lang="pt-BR" err="1"/>
              <a:t>PowerShell</a:t>
            </a:r>
            <a:r>
              <a:rPr lang="pt-BR"/>
              <a:t>. Por exemplo, execute o comando </a:t>
            </a:r>
            <a:r>
              <a:rPr lang="pt-BR" err="1"/>
              <a:t>adb</a:t>
            </a:r>
            <a:r>
              <a:rPr lang="pt-BR"/>
              <a:t> --</a:t>
            </a:r>
            <a:r>
              <a:rPr lang="pt-BR" err="1"/>
              <a:t>version</a:t>
            </a:r>
            <a:r>
              <a:rPr lang="pt-BR"/>
              <a:t> para ver qual versão do </a:t>
            </a:r>
            <a:r>
              <a:rPr lang="pt-BR" err="1"/>
              <a:t>PowerShell</a:t>
            </a:r>
            <a:r>
              <a:rPr lang="pt-BR"/>
              <a:t> </a:t>
            </a:r>
            <a:r>
              <a:rPr lang="pt-BR" err="1"/>
              <a:t>adbestá</a:t>
            </a:r>
            <a:r>
              <a:rPr lang="pt-BR"/>
              <a:t> em execução no seu sistema.</a:t>
            </a:r>
          </a:p>
        </p:txBody>
      </p:sp>
    </p:spTree>
    <p:extLst>
      <p:ext uri="{BB962C8B-B14F-4D97-AF65-F5344CB8AC3E}">
        <p14:creationId xmlns:p14="http://schemas.microsoft.com/office/powerpoint/2010/main" val="83478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74D2B9E-821B-AED2-FCF2-22E17FA60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Configure um emulador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E2CF414-B8B5-8B61-6879-A818CCB68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3847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CEF09B4-1EBF-7ECE-A1E0-016BCEFA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9D161D0-A199-705A-21BC-13A7186EE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Na tela principal do Android Studio, clique em </a:t>
            </a:r>
            <a:r>
              <a:rPr lang="pt-BR" b="1"/>
              <a:t>Mais ações</a:t>
            </a:r>
            <a:r>
              <a:rPr lang="pt-BR"/>
              <a:t> e, em seguida, </a:t>
            </a:r>
            <a:r>
              <a:rPr lang="pt-BR" b="1"/>
              <a:t>em Gerenciador de dispositivos virtuais</a:t>
            </a:r>
            <a:r>
              <a:rPr lang="pt-BR"/>
              <a:t> no menu suspenso.</a:t>
            </a:r>
          </a:p>
          <a:p>
            <a:br>
              <a:rPr lang="pt-BR"/>
            </a:b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27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AB026-16AD-8852-5FDC-97278197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D1C020-F27E-8C80-C517-D2F7F289A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BBA17C6-0F8C-4C2B-03AF-BB3692B41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47" y="280548"/>
            <a:ext cx="7563906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786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0A6488-B3AB-B9F1-3310-96C2A268F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576335-F836-08BB-927C-13D7DE387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Clique no botão </a:t>
            </a:r>
            <a:r>
              <a:rPr lang="pt-BR" b="1"/>
              <a:t>Criar dispositivo .</a:t>
            </a:r>
            <a:endParaRPr lang="pt-BR"/>
          </a:p>
          <a:p>
            <a:br>
              <a:rPr lang="pt-BR"/>
            </a:b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3392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E3366-7BFC-0E70-3D24-05CFCBB1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7C36BD-51DD-3CC0-FA85-2F01D4DE2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1D2C20E-3F2F-04A3-A376-D8E83C07B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838" y="0"/>
            <a:ext cx="84407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135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B1EE9-672C-DEAF-D502-2AD45646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4406A1-D57C-1142-B038-9A7EDD775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Em </a:t>
            </a:r>
            <a:r>
              <a:rPr lang="pt-BR" b="1"/>
              <a:t>Adicionar dispositivo</a:t>
            </a:r>
            <a:r>
              <a:rPr lang="pt-BR"/>
              <a:t> , escolha o tipo de hardware que deseja emular. Recomendamos testar com diversos dispositivos, mas se não souber por onde começar, o dispositivo mais recente da linha Pixel pode ser uma boa opção.</a:t>
            </a:r>
          </a:p>
          <a:p>
            <a:br>
              <a:rPr lang="pt-BR"/>
            </a:b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5941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5A3090-BF59-B8BA-E84F-EEC0EEE8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51F7EB-5990-F8D5-9FAF-D8698D24F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098" name="Picture 2" descr="No Android Studio, é possível criar uma seleção de hardware para um dispositivo virtual.">
            <a:extLst>
              <a:ext uri="{FF2B5EF4-FFF2-40B4-BE49-F238E27FC236}">
                <a16:creationId xmlns:a16="http://schemas.microsoft.com/office/drawing/2014/main" id="{78BD4694-7AD6-2913-A55D-7029C9584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988" y="0"/>
            <a:ext cx="90900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2292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56C1D-3BFA-F623-B6FA-1FCCDD271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7F854E-5780-F257-DB63-6B6B6EBAF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Selecione uma versão do sistema operacional para carregar no emulador (provavelmente uma das imagens do sistema) e baixe a imagem (se necessário).</a:t>
            </a:r>
          </a:p>
          <a:p>
            <a:br>
              <a:rPr lang="pt-BR"/>
            </a:b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90442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C27978-60B4-6BDC-1688-D102CA884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EEE908-FDAF-7231-D754-4CD94E5CB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FB7D42-89E7-B09F-2DD6-643A90813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817" y="1690688"/>
            <a:ext cx="8424365" cy="3097697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EEF8ED4-94C6-D731-4CA2-41FBBFA0B34F}"/>
              </a:ext>
            </a:extLst>
          </p:cNvPr>
          <p:cNvCxnSpPr/>
          <p:nvPr/>
        </p:nvCxnSpPr>
        <p:spPr>
          <a:xfrm flipH="1">
            <a:off x="5398718" y="1215025"/>
            <a:ext cx="2041742" cy="1402915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117C3542-6920-76A9-B86E-9DD55DAB67E5}"/>
              </a:ext>
            </a:extLst>
          </p:cNvPr>
          <p:cNvCxnSpPr/>
          <p:nvPr/>
        </p:nvCxnSpPr>
        <p:spPr>
          <a:xfrm flipH="1">
            <a:off x="2620397" y="2166351"/>
            <a:ext cx="2041742" cy="1402915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759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BE8210A-D054-4207-A4A7-4E8D116B4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Instale o Expo Go</a:t>
            </a:r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4E9D4B9-1CC3-564D-6711-AAA07139E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3329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D2252EE-6E72-8CF9-0A4D-2C6EA8E45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700237C-43C8-5F3B-74CF-984071F98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Ao iniciar um servidor de desenvolvimento </a:t>
            </a:r>
            <a:r>
              <a:rPr lang="pt-BR" err="1"/>
              <a:t>npx</a:t>
            </a:r>
            <a:r>
              <a:rPr lang="pt-BR"/>
              <a:t> expo start na página </a:t>
            </a:r>
            <a:r>
              <a:rPr lang="pt-BR">
                <a:hlinkClick r:id="rId2"/>
              </a:rPr>
              <a:t>de início do desenvolvimento</a:t>
            </a:r>
            <a:r>
              <a:rPr lang="pt-BR"/>
              <a:t> , pressione </a:t>
            </a:r>
            <a:r>
              <a:rPr lang="pt-BR" b="1"/>
              <a:t>a </a:t>
            </a:r>
            <a:r>
              <a:rPr lang="pt-BR"/>
              <a:t>para abrir o emulador do Android. O Expo CLI instalará o Expo Go automaticamente.</a:t>
            </a:r>
          </a:p>
        </p:txBody>
      </p:sp>
    </p:spTree>
    <p:extLst>
      <p:ext uri="{BB962C8B-B14F-4D97-AF65-F5344CB8AC3E}">
        <p14:creationId xmlns:p14="http://schemas.microsoft.com/office/powerpoint/2010/main" val="36614299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B008B-E6C5-2F2B-3729-8577BD412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72EF40-7244-3342-1C05-E2E40F930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No </a:t>
            </a:r>
            <a:r>
              <a:rPr lang="pt-BR" err="1"/>
              <a:t>senac</a:t>
            </a:r>
            <a:r>
              <a:rPr lang="pt-BR"/>
              <a:t> tem um problema na rede, então é preciso rodar com </a:t>
            </a:r>
          </a:p>
          <a:p>
            <a:r>
              <a:rPr lang="pt-BR" err="1"/>
              <a:t>Npx</a:t>
            </a:r>
            <a:r>
              <a:rPr lang="pt-BR"/>
              <a:t> expo start –offline</a:t>
            </a:r>
          </a:p>
          <a:p>
            <a:endParaRPr lang="pt-BR"/>
          </a:p>
          <a:p>
            <a:r>
              <a:rPr lang="pt-BR"/>
              <a:t>Entre no site da Expo Go e baixe a versão SDK 34</a:t>
            </a:r>
          </a:p>
        </p:txBody>
      </p:sp>
    </p:spTree>
    <p:extLst>
      <p:ext uri="{BB962C8B-B14F-4D97-AF65-F5344CB8AC3E}">
        <p14:creationId xmlns:p14="http://schemas.microsoft.com/office/powerpoint/2010/main" val="26446335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1DEB3-74BE-8433-93FD-7C2C414A8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D201C0-CC00-58B5-7CBC-36DFC7437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8A5B90-96C1-CB45-AF75-FACF7CE91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153" y="256732"/>
            <a:ext cx="6763694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98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91040-CBAD-50F1-27A5-3ECFC0A7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CE70D2-B943-5E51-17C8-53A5173B7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B74CE49-7E41-863E-4D16-BBFACDE42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88" y="0"/>
            <a:ext cx="6076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739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B8B81-4C23-C77A-01D2-BECF1B7DE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5445BC-F243-BE35-1050-8E3045BB3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Copie o link, e faça o download do </a:t>
            </a:r>
            <a:r>
              <a:rPr lang="pt-BR" err="1"/>
              <a:t>apk</a:t>
            </a:r>
            <a:r>
              <a:rPr lang="pt-BR"/>
              <a:t> no emulador Android</a:t>
            </a:r>
          </a:p>
          <a:p>
            <a:r>
              <a:rPr lang="pt-BR"/>
              <a:t>Faça a instalação e seja feliz!</a:t>
            </a:r>
          </a:p>
        </p:txBody>
      </p:sp>
    </p:spTree>
    <p:extLst>
      <p:ext uri="{BB962C8B-B14F-4D97-AF65-F5344CB8AC3E}">
        <p14:creationId xmlns:p14="http://schemas.microsoft.com/office/powerpoint/2010/main" val="25876199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5f38ba5-5780-4856-95b0-304fb01dabd6" xsi:nil="true"/>
    <lcf76f155ced4ddcb4097134ff3c332f xmlns="681c4cbf-629c-408b-87be-72d0f170cf1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11A868CDCB673409FC2B6A10100EE96" ma:contentTypeVersion="11" ma:contentTypeDescription="Crie um novo documento." ma:contentTypeScope="" ma:versionID="44e303c84a3b0e8879078bdcb22799cc">
  <xsd:schema xmlns:xsd="http://www.w3.org/2001/XMLSchema" xmlns:xs="http://www.w3.org/2001/XMLSchema" xmlns:p="http://schemas.microsoft.com/office/2006/metadata/properties" xmlns:ns2="681c4cbf-629c-408b-87be-72d0f170cf11" xmlns:ns3="e5f38ba5-5780-4856-95b0-304fb01dabd6" targetNamespace="http://schemas.microsoft.com/office/2006/metadata/properties" ma:root="true" ma:fieldsID="c42eb5fd0943de52a1b34ac05c9e6148" ns2:_="" ns3:_="">
    <xsd:import namespace="681c4cbf-629c-408b-87be-72d0f170cf11"/>
    <xsd:import namespace="e5f38ba5-5780-4856-95b0-304fb01dab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c4cbf-629c-408b-87be-72d0f170cf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8bee0d7d-e0dd-4976-8ad4-cb0783d2a5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38ba5-5780-4856-95b0-304fb01dabd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d6c8599-ed86-4080-949d-f8e552a770c8}" ma:internalName="TaxCatchAll" ma:showField="CatchAllData" ma:web="e5f38ba5-5780-4856-95b0-304fb01dab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5584DA-F3CC-4DA5-A462-874ADCC9B5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070B1C-5DB5-4B9D-BD73-3390B07F874B}">
  <ds:schemaRefs>
    <ds:schemaRef ds:uri="681c4cbf-629c-408b-87be-72d0f170cf11"/>
    <ds:schemaRef ds:uri="e5f38ba5-5780-4856-95b0-304fb01dabd6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07F906A-12D2-4D8E-85E0-082B1AFED141}">
  <ds:schemaRefs>
    <ds:schemaRef ds:uri="681c4cbf-629c-408b-87be-72d0f170cf11"/>
    <ds:schemaRef ds:uri="e5f38ba5-5780-4856-95b0-304fb01dabd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35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Tema do Office</vt:lpstr>
      <vt:lpstr>Configure seu ambiente</vt:lpstr>
      <vt:lpstr>Configuração Android Studio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Configure um emulador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Instale o Expo Go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GUTO RODRIGO DE SOUZA XAVIER</dc:creator>
  <cp:revision>1</cp:revision>
  <dcterms:created xsi:type="dcterms:W3CDTF">2026-04-06T18:07:43Z</dcterms:created>
  <dcterms:modified xsi:type="dcterms:W3CDTF">2026-04-29T23:05:36Z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0x010100E11A868CDCB673409FC2B6A10100EE96</vt:lpwstr>
  </property>
  <property fmtid="{D5CDD505-2E9C-101B-9397-08002B2CF9AE}" pid="3" name="MediaServiceImageTags">
    <vt:lpwstr/>
  </property>
</Properties>
</file>